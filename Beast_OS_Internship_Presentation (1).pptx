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16225C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2926080" cy="2926080"/>
          </a:xfrm>
          <a:prstGeom prst="ellipse">
            <a:avLst/>
          </a:prstGeom>
          <a:solidFill>
            <a:srgbClr val="00D9C0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INTERNSHIP REPORT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BEAST OS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EdTech Operating System for ICSE Board Preparation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Kumar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Intern, Beastlearners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 |  IILM University, Greater Noida, U.P.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2026–27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F1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916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Project Overview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0F1B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6916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273552"/>
            <a:ext cx="502920" cy="502920"/>
          </a:xfrm>
          <a:prstGeom prst="ellipse">
            <a:avLst/>
          </a:prstGeom>
          <a:solidFill>
            <a:srgbClr val="0F1B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999232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System Architecture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2999232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3273552"/>
            <a:ext cx="502920" cy="502920"/>
          </a:xfrm>
          <a:prstGeom prst="ellipse">
            <a:avLst/>
          </a:prstGeom>
          <a:solidFill>
            <a:srgbClr val="0F1B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2999232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Engineered (Deep Dive)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581144"/>
            <a:ext cx="502920" cy="502920"/>
          </a:xfrm>
          <a:prstGeom prst="ellipse">
            <a:avLst/>
          </a:prstGeom>
          <a:solidFill>
            <a:srgbClr val="0F1B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306824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&amp; Solutions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306824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4581144"/>
            <a:ext cx="502920" cy="502920"/>
          </a:xfrm>
          <a:prstGeom prst="ellipse">
            <a:avLst/>
          </a:prstGeom>
          <a:solidFill>
            <a:srgbClr val="0F1B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4306824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&amp; THE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Beastlearners &amp; Beast 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F1B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Beastlearners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EdTech organisation reimagining how school students prepare for board-level examinations – combining structured syllabus tracking, AI tutoring, and gamified, real-time assessment into a single, unified product.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 agile, feature-driven engineering process built on a modern, decoupled tech stack – giving interns real ownership of production modules.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12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Beast OS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EdTech Operating System for ICSE Class 9 &amp; 10 board preparation – transitioning static learning into a dynamic, data-driven experience.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80390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tutoring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437083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4242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competitive assessments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9377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48097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syllabus tracking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440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Role: Full-Stack Developer Intern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BEAST 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ICSE Class 9 &amp; 10 board preparation remains static and fragmented, with no real-time picture of a student's true readiness.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060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picture of chapter-wise, subject-wise, or overall board-readiness.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3317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6060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033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competitive, gamified formats to motivate consistent daily practice.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3317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26060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Payments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subscriptions, with no option for one-time purchases.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3317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55480" y="26060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554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Content Ops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minor text or policy updates require direct developer involvement.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INTERNSHIP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92608" cy="29260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hybrid monetisation system (recurring + one-time payments) via Razorpay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292608" cy="29260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5328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headless CMS for non-technical, self-service content publishing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292608" cy="29260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0998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real-time, automated syllabus/board-readiness tracking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292608" cy="29260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6667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server-authoritative, real-time multiplayer quiz engine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79392"/>
            <a:ext cx="292608" cy="29260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2336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production-level experience across the full technology stack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0F1B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ownership across the full product lifecycle: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2816352"/>
            <a:ext cx="118872" cy="118872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67728" y="26883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 &amp; PostgreSQL migrations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3273552"/>
            <a:ext cx="118872" cy="118872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67728" y="3145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business logic (Supabase Edge Functions)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3730752"/>
            <a:ext cx="118872" cy="118872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67728" y="36027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using WebSockets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4187952"/>
            <a:ext cx="118872" cy="118872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67728" y="4059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Payment-gateway integration (Razorpay)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20840" y="4645152"/>
            <a:ext cx="118872" cy="118872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67728" y="4517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(React.js) &amp; mobile (React Native) UI engineering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20840" y="5102352"/>
            <a:ext cx="118872" cy="118872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67728" y="49743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&amp; input sanitisation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803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747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99232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99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8803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34747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201168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85232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85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85232" y="28803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DB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34747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Edge Fn · Realtime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201168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71232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71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28803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34747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API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&amp; Orders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92640" y="201168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57232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1B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57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57232" y="28803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34747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DOMPurify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react-native-render-html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&amp; ZERO-TRUST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clients never execute business logic directly – all payment, scoring, and access-control logic runs server-side in Edge Functions, enforced by Postgres Row-Level Security.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0F1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Web  ·  React Native Mobile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23317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622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 ·  Realtime WebSockets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0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(ZERO-TRUST)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6032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56032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286000" y="37947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251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Row-Level Security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7947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251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Subscriptions &amp; Orders API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features (live scores, game state) propagate to clients instantly via Supabase Realtime channels — no manual polling.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Monetisation Store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pure subscriptions to a flexible, hybrid payments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the platform from a purely recurring model to a hybrid model supporting both recurring &amp; one-time payments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529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complex PostgreSQL database migrations without disrupting existing subscribers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7588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dynamic Edge Functions routing users to the Razorpay Subscriptions API or Orders API based on plan type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988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automated webhook handlers to dynamically calculate subscription expiration 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0F1B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Models Supported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4480560"/>
            <a:ext cx="24688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964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CMS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Self-service, dynamic page management — zero developer dependency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dynamic CMS in the Admin Panel to create, edit &amp; publish rich-text pages (Privacy Policy, Terms, etc.)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529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TipTap WYSIWYG editor with image uploads to Supabase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7588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strict HTML sanitisation (DOMPurify on web, react-native-render-html on mobile) to prevent XSS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988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dynamic footer that auto-updates across Web &amp; Mobile via Over-The-Air (OTA) updates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0F1B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+ App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Synced via OTA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4480560"/>
            <a:ext cx="24688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964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Syllabus Command Centre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automation for real-time board-readiness tracking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5-level hierarchical drill-down UI (Overall → Subject → Chapter → Details → Action) to prevent cognitive overload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529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“Zero-Touch Automation”: student actions (quizzes, AI tutor use) auto-trigger background DB updates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7588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real-time “ripple effects”: completing a task recalculates chapter, subject &amp; overall readiness scores instantly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160020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0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4964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Levels Deep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4480560"/>
            <a:ext cx="24688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4964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Beast Battle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server-authoritative, real-time multiplayer quiz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synchronised, competitive multiplayer quiz engine using Supabase Realtime (WebSockets) for lobbies &amp; live state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529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anti-cheat: client-side randomisation of Q/A order + an unbreakable server-side timer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7588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scoring algorithm (Edge Functions) prioritising accuracy (100 pts) over speed (max 25 bonus pts)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4864" cy="685800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988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“Rematch/Revenge” viral loop that instantly clones settings into a new lobby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0F1B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Points for Accuracy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4480560"/>
            <a:ext cx="24688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964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UNDER REAL CONSTRAINTS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0F1B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consistency across many concurrent WebSocket connections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194560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 state machine — clients render, never compute, game 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877824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2724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score manipulation in a client-rendered quiz engine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127248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scoring moved server-side (Edge Functions) + randomised order + server timer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11064240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059936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UI consistency (React.js vs. React Native rendering engines)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059936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design language (Tailwind / NativeWind) + platform-specific sanitisers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11064240" cy="877824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99262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two payment flows without duplicating business logic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4992624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dynamic Edge Function routes by plan type to the correct Razorpay API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GAINED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Developed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9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603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260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feature ownership across web, mobile &amp; 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9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603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260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architectures and server-authoritative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9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5603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Backend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9260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design &amp; serverless Edge Functions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370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9C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6519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33095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sanitisation, XSS prevention &amp; zero-trust logic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414223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370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9C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96519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33095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gateway workflows (Razorpay) at production scale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414223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5C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370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9C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496519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533095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UX that reduces cognitive load (5-level drill-down)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622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production-grade modules were designed, built, and shipped to Beast OS during this internship — each directly solving a real product problem and giving hands-on exposure to production-scale, full-stack software engineering.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37160" cy="13716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18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to forecast likely board-exam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37160" cy="13716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216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Beast Battle to larger, tournament-style formats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37160" cy="13716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2245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CMS with multi-language &amp; multi-board support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880360" cy="4160520"/>
          </a:xfrm>
          <a:prstGeom prst="roundRect">
            <a:avLst>
              <a:gd name="adj" fmla="val 2540"/>
            </a:avLst>
          </a:prstGeom>
          <a:solidFill>
            <a:srgbClr val="141E4F"/>
          </a:solidFill>
          <a:ln w="12700">
            <a:solidFill>
              <a:srgbClr val="2A35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1920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Shipped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3246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Unified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4572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5257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Server-Verified Logic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OS  |  INTERNSHIP PRESENTATION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16225C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108960" cy="3108960"/>
          </a:xfrm>
          <a:prstGeom prst="ellipse">
            <a:avLst/>
          </a:prstGeom>
          <a:solidFill>
            <a:srgbClr val="00D9C0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97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Kumar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Intern, Beastlearners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IILM University, Greater Noida, U.P.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3291840" cy="3291840"/>
          </a:xfrm>
          <a:prstGeom prst="ellipse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3840480" cy="3840480"/>
          </a:xfrm>
          <a:prstGeom prst="ellipse">
            <a:avLst/>
          </a:prstGeom>
          <a:solidFill>
            <a:srgbClr val="F3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502920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057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1B356B"/>
                </a:solidFill>
                <a:latin typeface="Calibri"/>
              </a:rPr>
              <a:t>IILM UNIVERSITY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697480"/>
            <a:ext cx="926287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6B6B"/>
                </a:solidFill>
                <a:latin typeface="Calibri"/>
              </a:rPr>
              <a:t>INTERNSHIP REPORT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B356B"/>
                </a:solidFill>
                <a:latin typeface="Calibri"/>
              </a:rPr>
              <a:t>[BEAST OS / A CROSS-PLATFROM EDTECH OPERATING SYSTEM FOR ICSE BOARD PREPARATION]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0" y="5257800"/>
            <a:ext cx="926287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63040" y="5349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400">
                <a:solidFill>
                  <a:srgbClr val="6B6B6B"/>
                </a:solidFill>
                <a:latin typeface="Calibri"/>
              </a:rPr>
              <a:t>Submitted by:</a:t>
            </a:r>
          </a:p>
          <a:p>
            <a:r>
              <a:rPr b="1" sz="1600" u="sng">
                <a:solidFill>
                  <a:srgbClr val="222222"/>
                </a:solidFill>
                <a:latin typeface="Calibri"/>
              </a:rPr>
              <a:t>[Alok Kumar]</a:t>
            </a:r>
          </a:p>
          <a:p>
            <a:r>
              <a:rPr sz="1300">
                <a:solidFill>
                  <a:srgbClr val="444444"/>
                </a:solidFill>
                <a:latin typeface="Calibri"/>
              </a:rPr>
              <a:t>Enrollment No: [CS-2341591]</a:t>
            </a:r>
          </a:p>
          <a:p>
            <a:r>
              <a:rPr sz="1300">
                <a:solidFill>
                  <a:srgbClr val="444444"/>
                </a:solidFill>
                <a:latin typeface="Calibri"/>
              </a:rPr>
              <a:t>[Btech &amp; 7th Semester]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3492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i="1" sz="1400">
                <a:solidFill>
                  <a:srgbClr val="6B6B6B"/>
                </a:solidFill>
                <a:latin typeface="Calibri"/>
              </a:rPr>
              <a:t>Conducted at:</a:t>
            </a:r>
          </a:p>
          <a:p>
            <a:pPr algn="r"/>
            <a:r>
              <a:rPr b="1" sz="2000">
                <a:solidFill>
                  <a:srgbClr val="8B1A2B"/>
                </a:solidFill>
                <a:latin typeface="Calibri"/>
              </a:rPr>
              <a:t>[Beast Learners]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2026-08-30T15:44:00Z</dcterms:created>
  <dcterms:modified xsi:type="dcterms:W3CDTF">2026-08-30T15:44:00Z</dcterms:modified>
</cp:coreProperties>
</file>